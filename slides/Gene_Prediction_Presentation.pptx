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topic: gene prediction is step one of genome annotation; we benchmark Pyrodigal and propose a lightweight rescoring step. Introduce team members and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Errors in the CDS-finding stage propagate to all downstream annotation. Self-training needs enough sequence and may degrade on AT-rich or organellar genomes.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recent papers plus foundational references; see paper Table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Gaps are relative to the papers we reviewed, not a claim about all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records are real RefSeq GenBank files; truth = single-exon, non-pseudo CDS. Spliced/pseudo/origin-spanning genes are neutral.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stages: seeds, model+threshold, rescoring. Parameters fixed a priori.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Single-mode Pyrodigal over-calls (43 FP). CodonRescore: 43→16 FP, F1 0.678→0.789. Meta mode is strong (0.841) and CodonRescore does not improve it (0.816). CIs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reading: partial repair of a weak caller, no gain over a strong one; small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work: more genomes, richer models, protein-level evidence, shared benchmark with Balrog/ProtiGeno.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Take-home message and team contributions.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CodonRescore: Annotation-Free Codon-Model Rescoring of Ab Initio Gene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E69F00"/>
                </a:solidFill>
              </a:defRPr>
            </a:pPr>
            <a:r>
              <a:t>A benchmark on organellar and small prokaryotic genomes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5DB"/>
                </a:solidFill>
              </a:defRPr>
            </a:pPr>
            <a:r>
              <a:t>Author 1 · Author 2 · Author 3</a:t>
            </a:r>
          </a:p>
          <a:p>
            <a:pPr>
              <a:spcAft>
                <a:spcPts val="800"/>
              </a:spcAft>
              <a:defRPr sz="1600" b="0">
                <a:solidFill>
                  <a:srgbClr val="D1D5DB"/>
                </a:solidFill>
              </a:defRPr>
            </a:pPr>
            <a:r>
              <a:t>Bioinformatics Research Work — Internal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Gene prediction = first step of annotation; pipelines such as Bakta delegate CDS finding to Prodigal/Pyrodigal.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Self-trained finders can degrade on short, AT-rich, RNA-gene-rich genomes (e.g. chloroplasts).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Deep ORF classifiers (Balrog, ProtiGeno) need large pre-training; labs need a cheap, genome-specific check.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Question: can a codon model trained only on the genome itself clean up a caller's output — and when does it fail?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Literature survey (recent work, 2021–2024)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3/10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Limitation for 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Pyrodigal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Prodigal port; self-training / meta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Needs ≥20 kb to train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Balrog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Universal protein model (TCN)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Heavy pre-training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Dimonaco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Benchmark of gene finders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Organism-dependent accuracy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Bakta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Annotation pipeline on Prodigal CDS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Inherits CDS errors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ProtiGeno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ESM-1b embeddings for short ORFs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Lower precision; large model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BRAKER3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Evidence integration (eukaryotes)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Needs RNA-seq/protein 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DNABERT-2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DNA foundation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Not tested for gene calling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F2937"/>
                </a:solidFill>
              </a:defRPr>
            </a:pPr>
            <a:r>
              <a:t>G1  Self-training on small organellar genomes is not examined in the works reviewed.</a:t>
            </a:r>
          </a:p>
          <a:p>
            <a:pPr>
              <a:spcAft>
                <a:spcPts val="800"/>
              </a:spcAft>
              <a:defRPr sz="2200" b="0">
                <a:solidFill>
                  <a:srgbClr val="1F2937"/>
                </a:solidFill>
              </a:defRPr>
            </a:pPr>
            <a:r>
              <a:t>G2  Cheap, genome-specific post-hoc rescoring (no pre-training, no annotation) is little explored.</a:t>
            </a:r>
          </a:p>
          <a:p>
            <a:pPr>
              <a:spcAft>
                <a:spcPts val="800"/>
              </a:spcAft>
              <a:defRPr sz="2200" b="0">
                <a:solidFill>
                  <a:srgbClr val="1F2937"/>
                </a:solidFill>
              </a:defRPr>
            </a:pPr>
            <a:r>
              <a:t>G3  Error anatomy of false positives is rarely reported — where should rescoring intervene?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Datasets (real NCBI records)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5/10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100584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CDS (all / eval.)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Role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A. thaliana chloroplast NC_000932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154,478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85 / 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Truth + training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Y. pestis plasmid pPCP1 NC_005816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9,609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45.3%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10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Truth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Phage phiX174 NC_001422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5,386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44.8%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11 /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Truth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C. diphtheriae NCTC11397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2,463,666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 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Scalability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B7280"/>
                </a:solidFill>
              </a:defRPr>
            </a:pPr>
            <a:r>
              <a:t>Scoring: stop-codon + strand match; precision / recall / F1; bootstrap 95% CI. Annotation is used for scoring only — never for training or tuning.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Methodology: CodonRescore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1  Enumerate ORFs (≥90 nt, both strands); seeds = longest, low-overlap ORFs (≥450 nt).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2  3-periodic order-2 Markov coding model vs. genome background → per-codon log-likelihood ratio S.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3  Threshold τ: 2-fold cross-fitted Youden cut-off, held-out seeds vs. shadow-frame ORFs.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4  Re-score caller output: prune short calls with S&lt;τ (&lt;300 nt); rescue uncalled ORFs with S≥τ (≥120 nt).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Applied to Pyrodigal single mode (self-trained) and meta mode (pre-trained).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Results — chloroplast genome (70 evaluable genes)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7/10</a:t>
            </a:r>
          </a:p>
        </p:txBody>
      </p:sp>
      <p:pic>
        <p:nvPicPr>
          <p:cNvPr id="5" name="Picture 4" descr="fig_f1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223053" cy="38404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46304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F1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Pyrodigal 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0.678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Pyrodigal 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0.841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CodonRescore (single)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CodonRescore (meta)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0.816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F2937"/>
                </a:solidFill>
              </a:defRPr>
            </a:pPr>
            <a:r>
              <a:t>Single mode: 43 false positives → 16 after rescoring.</a:t>
            </a:r>
          </a:p>
          <a:p>
            <a:pPr>
              <a:spcAft>
                <a:spcPts val="800"/>
              </a:spcAft>
              <a:defRPr sz="1600" b="0">
                <a:solidFill>
                  <a:srgbClr val="1F2937"/>
                </a:solidFill>
              </a:defRPr>
            </a:pPr>
            <a:r>
              <a:t>F1 95% CIs overlap (0.59–0.75 vs 0.72–0.85).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B7280"/>
                </a:solidFill>
              </a:defRPr>
            </a:pPr>
            <a:r>
              <a:t>Also: pPCP1 and phiX174 — Pyrodigal-meta best; CodonRescore not applicable on phiX174 (too few seeds).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Of 43 single-mode false positives: 38 &lt; 300 nt, 24 overlap tRNA/rRNA genes, none shadow a true protein gene.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All methods find every gene ≥600 nt; differences are in the 25 genes &lt;300 nt.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Rescue step hurts: 0 of 10 rescued ORFs true in meta mode; order-2 model is too weak for rescue.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Threshold is brittle: lowering τ by 0.1 drops F1 below 0.44; conservative is safer.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Only 70 truth genes → differences mostly not significant; no hyper-parameter tuning was done.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Proposed research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Validate on many annotated organelle genomes + bacterial chromosomes for statistical power.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Richer scorer: hexamer / higher-order Markov, start-site and RBS features.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Protein-level evidence: protein / DNA language-model embeddings (ESM-1b, DNABERT-2) as rescoring features.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Calibrated classifier instead of a single Youden cut-off; prune-only variant.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Head-to-head with Balrog and ProtiGeno; extend to spliced genes and eukaryotic pipelines (BRAKER3 ideas).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7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Benchmarked Pyrodigal on real organellar / small genomes against RefSeq annotation.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CodonRescore (annotation-free) cuts false positives of self-trained Pyrodigal 43 → 16 (F1 0.678 → 0.789).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No improvement over pre-trained meta mode (0.816 vs 0.841) — and evidence is limited by 70 genes.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Practical advice: prefer pre-trained/conservative settings on organelle genomes; distrust short, low-scoring calls near RNA genes.</a:t>
            </a:r>
          </a:p>
          <a:p>
            <a:pPr>
              <a:spcAft>
                <a:spcPts val="800"/>
              </a:spcAft>
              <a:defRPr sz="1900" b="0">
                <a:solidFill>
                  <a:srgbClr val="1F2937"/>
                </a:solidFill>
              </a:defRPr>
            </a:pPr>
            <a:r>
              <a:t>Manuscripts prepared in IEEE and Springer LNCS formats; code and results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